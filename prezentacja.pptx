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F34D67F-E620-A721-7DDE-933F924332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09BFC24-CEEE-1751-153B-DED4647B5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0DB28AB-74F1-7BFE-DDD6-9142484F1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83EC5-6E6F-4FA0-BA3C-1C7DF3293FB9}" type="datetimeFigureOut">
              <a:rPr lang="pl-PL" smtClean="0"/>
              <a:t>14.06.2026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7AE1A7E-CEF2-02BA-4BC7-4386FA76A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70E86C4-8270-D67E-253C-846461E71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D52-F198-42C8-A805-EF1E131BF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8572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2288C9-0DF3-6B22-5AD7-51D2128ED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45456ED-3FC1-0D10-12C6-25B606BB7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07DC623-9508-E27E-ED7B-5F6A6A32B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83EC5-6E6F-4FA0-BA3C-1C7DF3293FB9}" type="datetimeFigureOut">
              <a:rPr lang="pl-PL" smtClean="0"/>
              <a:t>14.06.2026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C56BDC1-D372-84C8-F68F-175FC6177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1906C7A-B7E1-2775-88BD-B33A4EE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D52-F198-42C8-A805-EF1E131BF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83774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6D2CA61-F186-7BA2-899C-8DB92B1AD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CDC647A-641E-E4EB-A06D-3DEA7345C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5AF12E1-68D8-76D5-8A6E-842DB5D57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83EC5-6E6F-4FA0-BA3C-1C7DF3293FB9}" type="datetimeFigureOut">
              <a:rPr lang="pl-PL" smtClean="0"/>
              <a:t>14.06.2026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E7620C8-E1D7-024C-3387-60836F04E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7951E2C-1119-A59B-01B2-AA0849A3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D52-F198-42C8-A805-EF1E131BF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08255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53EC190-6134-8BB1-04A8-511505A4F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A641B79-9C82-47BC-3BCB-1B59B2B2EC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4FEBE38C-603C-C884-32A6-A1BBF10FA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CDAFC47-7FB5-9EF9-E24F-4C9E90925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83EC5-6E6F-4FA0-BA3C-1C7DF3293FB9}" type="datetimeFigureOut">
              <a:rPr lang="pl-PL" smtClean="0"/>
              <a:t>14.06.2026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295A952-8080-FB23-856F-915F2D29A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3E3EF16-8084-D30D-1043-48EE5B06E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D52-F198-42C8-A805-EF1E131BF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87700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5271DCA-FAFC-D517-462F-1769ECD52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4A5B24B-CCCE-619C-A0BB-5AE20FA77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C3F1CA3-8553-748B-F522-519CFE776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E721EF85-82DE-05E7-A81C-A40C306533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41C98A4-0E79-B9E5-3656-52A63815D9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EA0B14B0-8FDB-EDB3-D811-697B07131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83EC5-6E6F-4FA0-BA3C-1C7DF3293FB9}" type="datetimeFigureOut">
              <a:rPr lang="pl-PL" smtClean="0"/>
              <a:t>14.06.2026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0E989B54-6BA1-2DF6-8E86-E45BC3D19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6257B03D-04ED-FD21-2C55-4C38303AC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D52-F198-42C8-A805-EF1E131BF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26629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13C47F6-AC16-6A8C-4E09-42FB15973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2867512A-2E06-D8D9-20B5-4D02F220A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83EC5-6E6F-4FA0-BA3C-1C7DF3293FB9}" type="datetimeFigureOut">
              <a:rPr lang="pl-PL" smtClean="0"/>
              <a:t>14.06.2026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FA14FA88-7F17-E4FF-AA3F-48888AFE7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1C0F1D8B-50C6-68C7-4BBE-B1039291E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D52-F198-42C8-A805-EF1E131BF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2308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9C15FD4C-4084-976C-625F-E0CC43112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83EC5-6E6F-4FA0-BA3C-1C7DF3293FB9}" type="datetimeFigureOut">
              <a:rPr lang="pl-PL" smtClean="0"/>
              <a:t>14.06.2026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FE9593AD-261F-9179-CD01-4ABC38DA8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2687C49-3070-76DA-D75E-C0E4547DA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D52-F198-42C8-A805-EF1E131BF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4202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C3BABD-FBD2-3204-15DD-9E6806A78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6725679-BED9-27AB-0629-1616AFC24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A61C5A64-DC21-C720-955B-132901038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1EE963B-5822-752A-236B-48B652FB5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83EC5-6E6F-4FA0-BA3C-1C7DF3293FB9}" type="datetimeFigureOut">
              <a:rPr lang="pl-PL" smtClean="0"/>
              <a:t>14.06.2026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AA4E51E-0CF7-3087-7FC8-0D34F08A7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EEBCF4C-339F-3373-75CE-364795374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D52-F198-42C8-A805-EF1E131BF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91152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A18E2A2-F15C-ACD2-FB78-65F7EDC7B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89531DD0-8274-9F55-1FCA-B4BAEB8490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AD27CE1-298C-84D9-F5DA-743FB81C52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76B744D-EAFF-081D-72A7-1BE6603F5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83EC5-6E6F-4FA0-BA3C-1C7DF3293FB9}" type="datetimeFigureOut">
              <a:rPr lang="pl-PL" smtClean="0"/>
              <a:t>14.06.2026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87CFB56-14A1-BCCF-6AF9-5A37B65BC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B7A7AD4-1233-EF8B-578B-6E59E1AEC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D52-F198-42C8-A805-EF1E131BF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70910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1E6BF6-4325-96D1-15E4-1B7030144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136D155F-DB95-4291-E438-D3AB0D002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02AD1EF-6C64-A2F2-4241-A7FA41465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83EC5-6E6F-4FA0-BA3C-1C7DF3293FB9}" type="datetimeFigureOut">
              <a:rPr lang="pl-PL" smtClean="0"/>
              <a:t>14.06.2026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F72FFCD-CA5B-D470-3419-4CBD0744C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74955BB-6DC9-90F1-D24D-4852BA85C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D52-F198-42C8-A805-EF1E131BF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52798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BB61CF4-7C53-EA80-B7F7-B1B1B01C2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DF304EBA-A989-A0EA-DA29-52800699CC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A63186C-68AB-811E-AF2A-7EEA0F846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83EC5-6E6F-4FA0-BA3C-1C7DF3293FB9}" type="datetimeFigureOut">
              <a:rPr lang="pl-PL" smtClean="0"/>
              <a:t>14.06.2026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73557D7-4E22-1182-D271-44FBC130F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B1B68C5-72B8-A36D-50B2-B292D20FE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73D52-F198-42C8-A805-EF1E131BF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07758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E79DB84-C645-5C96-51BA-B14FDA9A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414BD3A-B41A-7E33-DE77-AD1E64A27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6201C3-3DC5-93D2-BA9C-1C61400DA3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683EC5-6E6F-4FA0-BA3C-1C7DF3293FB9}" type="datetimeFigureOut">
              <a:rPr lang="pl-PL" smtClean="0"/>
              <a:t>14.06.2026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1BF94E4-468C-A28C-24DE-0612D8A13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E82C362-5974-176F-E837-893F9E2DEF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D73D52-F198-42C8-A805-EF1E131BF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10175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E7E013-8EAD-C0F2-7568-101B64C605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1A1EAD3-F911-65DF-491B-94D7C8619D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Obraz 4" descr="Kobieta z maską przez jeziora">
            <a:extLst>
              <a:ext uri="{FF2B5EF4-FFF2-40B4-BE49-F238E27FC236}">
                <a16:creationId xmlns:a16="http://schemas.microsoft.com/office/drawing/2014/main" id="{1EA2DB1B-F6E9-6AD2-D708-70CC4502C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557" y="-336095"/>
            <a:ext cx="102818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20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107949-44B0-B9E2-74A5-7C2C1CACA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631EDFE-FE6A-4C51-59F7-14F09FF94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7" name="Obraz 6" descr="Dym uchodzący z elektrowni">
            <a:extLst>
              <a:ext uri="{FF2B5EF4-FFF2-40B4-BE49-F238E27FC236}">
                <a16:creationId xmlns:a16="http://schemas.microsoft.com/office/drawing/2014/main" id="{8D220CB5-7124-9190-2F45-FC280844BD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744" y="-186095"/>
            <a:ext cx="102895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451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BEC371E-AD34-7D5C-3D22-527A4DE2D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EA5B962-884A-DD11-F44B-EAC68B9DE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9" name="Obraz 8" descr="Dymu z fabryk">
            <a:extLst>
              <a:ext uri="{FF2B5EF4-FFF2-40B4-BE49-F238E27FC236}">
                <a16:creationId xmlns:a16="http://schemas.microsoft.com/office/drawing/2014/main" id="{EBDBE918-5167-A3FF-20F5-F1D09D73C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29923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498717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Panoramiczny</PresentationFormat>
  <Paragraphs>0</Paragraphs>
  <Slides>3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Motyw pakietu Office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Mateusz Bochenek</dc:creator>
  <cp:lastModifiedBy>Mateusz Bochenek</cp:lastModifiedBy>
  <cp:revision>2</cp:revision>
  <dcterms:created xsi:type="dcterms:W3CDTF">2026-06-14T18:05:23Z</dcterms:created>
  <dcterms:modified xsi:type="dcterms:W3CDTF">2026-06-14T18:07:11Z</dcterms:modified>
</cp:coreProperties>
</file>